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9" r:id="rId2"/>
    <p:sldId id="257" r:id="rId3"/>
    <p:sldId id="265" r:id="rId4"/>
    <p:sldId id="262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RFIL-ES | Erick Pereira" userId="97d965ae-5366-4961-b30c-0a128e739e00" providerId="ADAL" clId="{210F972C-8C35-4E3D-83F9-CD4352A037BD}"/>
    <pc:docChg chg="custSel modSld">
      <pc:chgData name="PERFIL-ES | Erick Pereira" userId="97d965ae-5366-4961-b30c-0a128e739e00" providerId="ADAL" clId="{210F972C-8C35-4E3D-83F9-CD4352A037BD}" dt="2023-09-20T16:34:30.612" v="536" actId="1076"/>
      <pc:docMkLst>
        <pc:docMk/>
      </pc:docMkLst>
      <pc:sldChg chg="modSp mod">
        <pc:chgData name="PERFIL-ES | Erick Pereira" userId="97d965ae-5366-4961-b30c-0a128e739e00" providerId="ADAL" clId="{210F972C-8C35-4E3D-83F9-CD4352A037BD}" dt="2023-09-20T16:34:30.612" v="536" actId="1076"/>
        <pc:sldMkLst>
          <pc:docMk/>
          <pc:sldMk cId="2316384142" sldId="257"/>
        </pc:sldMkLst>
        <pc:picChg chg="mod">
          <ac:chgData name="PERFIL-ES | Erick Pereira" userId="97d965ae-5366-4961-b30c-0a128e739e00" providerId="ADAL" clId="{210F972C-8C35-4E3D-83F9-CD4352A037BD}" dt="2023-09-20T16:34:30.612" v="536" actId="1076"/>
          <ac:picMkLst>
            <pc:docMk/>
            <pc:sldMk cId="2316384142" sldId="257"/>
            <ac:picMk id="14" creationId="{681C5CA0-A017-0969-2C62-5B876F392AB3}"/>
          </ac:picMkLst>
        </pc:picChg>
      </pc:sldChg>
      <pc:sldChg chg="modSp mod">
        <pc:chgData name="PERFIL-ES | Erick Pereira" userId="97d965ae-5366-4961-b30c-0a128e739e00" providerId="ADAL" clId="{210F972C-8C35-4E3D-83F9-CD4352A037BD}" dt="2023-09-20T16:34:22.545" v="535" actId="1076"/>
        <pc:sldMkLst>
          <pc:docMk/>
          <pc:sldMk cId="2089158479" sldId="259"/>
        </pc:sldMkLst>
        <pc:spChg chg="mod">
          <ac:chgData name="PERFIL-ES | Erick Pereira" userId="97d965ae-5366-4961-b30c-0a128e739e00" providerId="ADAL" clId="{210F972C-8C35-4E3D-83F9-CD4352A037BD}" dt="2023-09-20T16:34:22.545" v="535" actId="1076"/>
          <ac:spMkLst>
            <pc:docMk/>
            <pc:sldMk cId="2089158479" sldId="259"/>
            <ac:spMk id="2" creationId="{B0208DD4-1595-D8B3-E89A-C3D0FB72C0FD}"/>
          </ac:spMkLst>
        </pc:spChg>
        <pc:spChg chg="mod">
          <ac:chgData name="PERFIL-ES | Erick Pereira" userId="97d965ae-5366-4961-b30c-0a128e739e00" providerId="ADAL" clId="{210F972C-8C35-4E3D-83F9-CD4352A037BD}" dt="2023-09-20T16:33:38.134" v="517" actId="14100"/>
          <ac:spMkLst>
            <pc:docMk/>
            <pc:sldMk cId="2089158479" sldId="259"/>
            <ac:spMk id="3" creationId="{57E55896-9AD6-F34B-86DD-2A56123A3281}"/>
          </ac:spMkLst>
        </pc:spChg>
        <pc:picChg chg="mod">
          <ac:chgData name="PERFIL-ES | Erick Pereira" userId="97d965ae-5366-4961-b30c-0a128e739e00" providerId="ADAL" clId="{210F972C-8C35-4E3D-83F9-CD4352A037BD}" dt="2023-09-20T16:32:49.618" v="504" actId="34135"/>
          <ac:picMkLst>
            <pc:docMk/>
            <pc:sldMk cId="2089158479" sldId="259"/>
            <ac:picMk id="5" creationId="{A83C33FA-7E6C-8C49-157C-771419C5B3AB}"/>
          </ac:picMkLst>
        </pc:picChg>
      </pc:sldChg>
      <pc:sldChg chg="modSp mod">
        <pc:chgData name="PERFIL-ES | Erick Pereira" userId="97d965ae-5366-4961-b30c-0a128e739e00" providerId="ADAL" clId="{210F972C-8C35-4E3D-83F9-CD4352A037BD}" dt="2023-09-20T16:29:26.131" v="440" actId="20577"/>
        <pc:sldMkLst>
          <pc:docMk/>
          <pc:sldMk cId="2296576178" sldId="261"/>
        </pc:sldMkLst>
        <pc:spChg chg="mod">
          <ac:chgData name="PERFIL-ES | Erick Pereira" userId="97d965ae-5366-4961-b30c-0a128e739e00" providerId="ADAL" clId="{210F972C-8C35-4E3D-83F9-CD4352A037BD}" dt="2023-09-20T16:29:26.131" v="440" actId="20577"/>
          <ac:spMkLst>
            <pc:docMk/>
            <pc:sldMk cId="2296576178" sldId="261"/>
            <ac:spMk id="3" creationId="{94EC37A7-08F5-F4E2-2C1A-FE9508F942F5}"/>
          </ac:spMkLst>
        </pc:spChg>
        <pc:picChg chg="mod">
          <ac:chgData name="PERFIL-ES | Erick Pereira" userId="97d965ae-5366-4961-b30c-0a128e739e00" providerId="ADAL" clId="{210F972C-8C35-4E3D-83F9-CD4352A037BD}" dt="2023-09-20T16:29:21.953" v="438" actId="1076"/>
          <ac:picMkLst>
            <pc:docMk/>
            <pc:sldMk cId="2296576178" sldId="261"/>
            <ac:picMk id="4" creationId="{A4A89C53-4DC4-DC32-8B21-826EF0960E07}"/>
          </ac:picMkLst>
        </pc:picChg>
        <pc:picChg chg="mod">
          <ac:chgData name="PERFIL-ES | Erick Pereira" userId="97d965ae-5366-4961-b30c-0a128e739e00" providerId="ADAL" clId="{210F972C-8C35-4E3D-83F9-CD4352A037BD}" dt="2023-09-20T16:29:25.171" v="439" actId="1076"/>
          <ac:picMkLst>
            <pc:docMk/>
            <pc:sldMk cId="2296576178" sldId="261"/>
            <ac:picMk id="6" creationId="{B8BD1D4C-29CA-4242-F0B4-15DA01CC33D4}"/>
          </ac:picMkLst>
        </pc:picChg>
      </pc:sldChg>
      <pc:sldChg chg="modSp mod">
        <pc:chgData name="PERFIL-ES | Erick Pereira" userId="97d965ae-5366-4961-b30c-0a128e739e00" providerId="ADAL" clId="{210F972C-8C35-4E3D-83F9-CD4352A037BD}" dt="2023-09-20T16:30:18.548" v="467" actId="20577"/>
        <pc:sldMkLst>
          <pc:docMk/>
          <pc:sldMk cId="775911407" sldId="262"/>
        </pc:sldMkLst>
        <pc:spChg chg="mod">
          <ac:chgData name="PERFIL-ES | Erick Pereira" userId="97d965ae-5366-4961-b30c-0a128e739e00" providerId="ADAL" clId="{210F972C-8C35-4E3D-83F9-CD4352A037BD}" dt="2023-09-20T16:30:18.548" v="467" actId="20577"/>
          <ac:spMkLst>
            <pc:docMk/>
            <pc:sldMk cId="775911407" sldId="262"/>
            <ac:spMk id="3" creationId="{7B675742-0568-F869-C199-0329064B407E}"/>
          </ac:spMkLst>
        </pc:spChg>
        <pc:picChg chg="mod">
          <ac:chgData name="PERFIL-ES | Erick Pereira" userId="97d965ae-5366-4961-b30c-0a128e739e00" providerId="ADAL" clId="{210F972C-8C35-4E3D-83F9-CD4352A037BD}" dt="2023-09-20T16:25:34.961" v="264" actId="1076"/>
          <ac:picMkLst>
            <pc:docMk/>
            <pc:sldMk cId="775911407" sldId="262"/>
            <ac:picMk id="9" creationId="{2CD17D1A-3037-AE91-041D-E3E7BEB1820E}"/>
          </ac:picMkLst>
        </pc:picChg>
        <pc:picChg chg="mod">
          <ac:chgData name="PERFIL-ES | Erick Pereira" userId="97d965ae-5366-4961-b30c-0a128e739e00" providerId="ADAL" clId="{210F972C-8C35-4E3D-83F9-CD4352A037BD}" dt="2023-09-20T16:25:55.990" v="276" actId="1076"/>
          <ac:picMkLst>
            <pc:docMk/>
            <pc:sldMk cId="775911407" sldId="262"/>
            <ac:picMk id="12" creationId="{0B487147-7D4A-C099-7031-D12689CC38AC}"/>
          </ac:picMkLst>
        </pc:picChg>
      </pc:sldChg>
      <pc:sldChg chg="modSp mod">
        <pc:chgData name="PERFIL-ES | Erick Pereira" userId="97d965ae-5366-4961-b30c-0a128e739e00" providerId="ADAL" clId="{210F972C-8C35-4E3D-83F9-CD4352A037BD}" dt="2023-09-20T16:26:01.348" v="277" actId="122"/>
        <pc:sldMkLst>
          <pc:docMk/>
          <pc:sldMk cId="2290736809" sldId="264"/>
        </pc:sldMkLst>
        <pc:spChg chg="mod">
          <ac:chgData name="PERFIL-ES | Erick Pereira" userId="97d965ae-5366-4961-b30c-0a128e739e00" providerId="ADAL" clId="{210F972C-8C35-4E3D-83F9-CD4352A037BD}" dt="2023-09-20T16:26:01.348" v="277" actId="122"/>
          <ac:spMkLst>
            <pc:docMk/>
            <pc:sldMk cId="2290736809" sldId="264"/>
            <ac:spMk id="2" creationId="{70347821-AE72-7507-08FE-004784B7EA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78D0D-D827-4CCD-B3C7-F4B12C44A1F7}" type="datetimeFigureOut">
              <a:rPr lang="pt-BR" smtClean="0"/>
              <a:t>04/10/2023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483BD-44BB-4879-9835-4D8CF96967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77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C01F4A-9F42-EB50-ACAA-C77239732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C7F08C-9081-10CA-38A1-EFD53AB813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54964D-E826-F02D-9447-5EBCF8CCF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A26F6-130B-4758-9EE7-9D9B1939D91B}" type="datetimeFigureOut">
              <a:rPr lang="pt-BR" smtClean="0"/>
              <a:t>04/10/2023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43BA1C-1382-3E4D-828F-7F32D130F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133A1F-8AD1-38CB-994C-ED43A048E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AF1D4-C2E1-4E34-B13B-6771907B17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6801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6F0BD-070E-8FFC-6DF5-AF72FC4D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1B8608-0E4D-E4D4-9DAB-5067AA403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849208-0205-1AC2-C86E-9E5E7D32F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A26F6-130B-4758-9EE7-9D9B1939D91B}" type="datetimeFigureOut">
              <a:rPr lang="pt-BR" smtClean="0"/>
              <a:t>04/10/2023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06FE32-E615-F3AA-0C8D-D4587B246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CCA576-58FD-9AB6-BBB7-5F834D34D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AF1D4-C2E1-4E34-B13B-6771907B17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7245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4C165-2E68-FEF0-427F-C2245007D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F74D4D-F9C7-A586-4DD1-3B06E76E8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A46C40-CB40-6EC3-1AF5-2804D50D5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A26F6-130B-4758-9EE7-9D9B1939D91B}" type="datetimeFigureOut">
              <a:rPr lang="pt-BR" smtClean="0"/>
              <a:t>04/10/2023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C488BE-B16C-07E1-C1D4-1B60BE4EF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C61084-02C7-C76A-F6F2-BA8E08D33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AF1D4-C2E1-4E34-B13B-6771907B17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2966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54FB1-44CC-8D03-A57F-5E8F2C6DB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1BC275-9610-42FE-B8A6-DCC5597F80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32C9A2E-5489-F1BC-7415-61E632C9D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CC85CB-7BDB-EA05-F1D6-9AE0DE1E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A26F6-130B-4758-9EE7-9D9B1939D91B}" type="datetimeFigureOut">
              <a:rPr lang="pt-BR" smtClean="0"/>
              <a:t>04/10/2023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B1D7D1-B096-2937-FAAE-1A825BBF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057542-AEF5-8E07-B43F-9743D2CD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AF1D4-C2E1-4E34-B13B-6771907B17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5562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236B2-B120-0391-78D0-9DA619B9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22C26D-3A24-E3A6-FD12-12047BB87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C64941-4476-FDD0-310B-7BC7D9165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9761BB3-EED1-F52B-2C4F-C2F60BF852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917F127-C4D3-87EA-6315-C4385124F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9024B92-7223-4995-0F09-56321E689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A26F6-130B-4758-9EE7-9D9B1939D91B}" type="datetimeFigureOut">
              <a:rPr lang="pt-BR" smtClean="0"/>
              <a:t>04/10/2023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7929258-FDCF-1D7E-5405-E013EF615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AA015AD-3C15-33FD-CFFA-6FB048A7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AF1D4-C2E1-4E34-B13B-6771907B17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0294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F45281-8B40-4255-AF16-5F00CF35F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06FD753-6E0D-BADE-13C3-BBEC27DDF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A26F6-130B-4758-9EE7-9D9B1939D91B}" type="datetimeFigureOut">
              <a:rPr lang="pt-BR" smtClean="0"/>
              <a:t>04/10/2023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8A7CF2B-7698-6B54-EF6F-CA11F326C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3684ACD-8653-F9B7-1F56-1999144B4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AF1D4-C2E1-4E34-B13B-6771907B17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9286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376DC0B-DC92-3BCC-2D38-8572B6333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A26F6-130B-4758-9EE7-9D9B1939D91B}" type="datetimeFigureOut">
              <a:rPr lang="pt-BR" smtClean="0"/>
              <a:t>04/10/2023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F89EBF1-5AC5-075D-A94C-4D0E31D6C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49C10B-24B8-7502-6B21-59A1A7AF0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AF1D4-C2E1-4E34-B13B-6771907B17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0306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B91D48-FE32-14C2-32D7-D391A6CDB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2CC859-BFF2-BDBF-7752-B5F064CA3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9DE6009-80A7-EEAF-B8BC-6B417C5D3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DC899F-DD82-29C8-EB3D-2E8674EB8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A26F6-130B-4758-9EE7-9D9B1939D91B}" type="datetimeFigureOut">
              <a:rPr lang="pt-BR" smtClean="0"/>
              <a:t>04/10/2023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ABD9EC-E6CE-5223-A197-6E751777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BC6C01-384F-147C-64B3-9F8762A94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AF1D4-C2E1-4E34-B13B-6771907B17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172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FBCFC5-EF06-5D58-66CF-30C181C30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1C2312F-F2DB-7434-F78B-500B87C1A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2B9514-3915-004D-C111-D70E29B7D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C8CDD5-6A87-F2DA-ADDA-06361C584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A26F6-130B-4758-9EE7-9D9B1939D91B}" type="datetimeFigureOut">
              <a:rPr lang="pt-BR" smtClean="0"/>
              <a:t>04/10/2023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5BF839-1D85-9F82-150A-D0D7AFAA0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7DA8BB-5C81-BBCA-5B75-13792510A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AF1D4-C2E1-4E34-B13B-6771907B17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075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F3C600-46FE-B3E5-CB4C-D3A777C3B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54F9A30-775F-CBB4-282E-F544FD74E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E655C6-0429-743C-B7D5-B2B9EF6E9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A26F6-130B-4758-9EE7-9D9B1939D91B}" type="datetimeFigureOut">
              <a:rPr lang="pt-BR" smtClean="0"/>
              <a:t>04/10/2023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F7B025-5520-09ED-1B7F-5D6B96FE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FCC588-E36B-CACF-4F1B-4551EE430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AF1D4-C2E1-4E34-B13B-6771907B17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178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C32F6D-7252-B4EC-4070-6BE05CC727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AE8EBB-329A-E95F-78A7-A1EC92C81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72564A-A12C-4F21-40EB-92CC1B5C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A26F6-130B-4758-9EE7-9D9B1939D91B}" type="datetimeFigureOut">
              <a:rPr lang="pt-BR" smtClean="0"/>
              <a:t>04/10/2023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566DEE-7ADD-A04C-097B-270737625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F532E9-4F09-786F-AFEA-2A34B99D0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AF1D4-C2E1-4E34-B13B-6771907B17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5545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4D0B8A8-F15B-16BE-FB85-2C1590F22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C548A6-5590-0234-169B-927C5D468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C5D777-AAF9-C283-AC6A-FD1656D398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A26F6-130B-4758-9EE7-9D9B1939D91B}" type="datetimeFigureOut">
              <a:rPr lang="pt-BR" smtClean="0"/>
              <a:t>04/10/2023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A4AF54-5E6F-8A33-92BE-7B7FF52FA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357706-91FF-FA33-B344-6FCAD9FE96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AF1D4-C2E1-4E34-B13B-6771907B17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2646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Padrão do plano de fundo&#10;&#10;Descrição gerada automaticamente">
            <a:extLst>
              <a:ext uri="{FF2B5EF4-FFF2-40B4-BE49-F238E27FC236}">
                <a16:creationId xmlns:a16="http://schemas.microsoft.com/office/drawing/2014/main" id="{A83C33FA-7E6C-8C49-157C-771419C5B3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0208DD4-1595-D8B3-E89A-C3D0FB72C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1" y="2435480"/>
            <a:ext cx="12180815" cy="1987040"/>
          </a:xfrm>
        </p:spPr>
        <p:txBody>
          <a:bodyPr/>
          <a:lstStyle/>
          <a:p>
            <a:r>
              <a:rPr lang="pt-BR" b="1" dirty="0">
                <a:solidFill>
                  <a:schemeClr val="bg1"/>
                </a:solidFill>
                <a:latin typeface="Maiandra GD (Corpo)"/>
                <a:cs typeface="Calibri" panose="020F0502020204030204" pitchFamily="34" charset="0"/>
              </a:rPr>
              <a:t>Automação </a:t>
            </a:r>
            <a:r>
              <a:rPr lang="pt-BR" b="1" dirty="0" err="1">
                <a:solidFill>
                  <a:schemeClr val="bg1"/>
                </a:solidFill>
                <a:latin typeface="Maiandra GD (Corpo)"/>
                <a:cs typeface="Calibri" panose="020F0502020204030204" pitchFamily="34" charset="0"/>
              </a:rPr>
              <a:t>Contacts</a:t>
            </a:r>
            <a:r>
              <a:rPr lang="pt-BR" b="1" dirty="0">
                <a:solidFill>
                  <a:schemeClr val="bg1"/>
                </a:solidFill>
                <a:latin typeface="Maiandra GD (Corpo)"/>
                <a:cs typeface="Calibri" panose="020F0502020204030204" pitchFamily="34" charset="0"/>
              </a:rPr>
              <a:t> </a:t>
            </a:r>
            <a:r>
              <a:rPr lang="pt-BR" b="1" dirty="0" err="1">
                <a:solidFill>
                  <a:schemeClr val="bg1"/>
                </a:solidFill>
                <a:latin typeface="Maiandra GD (Corpo)"/>
                <a:cs typeface="Calibri" panose="020F0502020204030204" pitchFamily="34" charset="0"/>
              </a:rPr>
              <a:t>MicroSip</a:t>
            </a:r>
            <a:br>
              <a:rPr lang="pt-BR" b="1" dirty="0">
                <a:solidFill>
                  <a:schemeClr val="bg1"/>
                </a:solidFill>
                <a:latin typeface="Maiandra GD (Corpo)"/>
                <a:cs typeface="Calibri" panose="020F0502020204030204" pitchFamily="34" charset="0"/>
              </a:rPr>
            </a:br>
            <a:r>
              <a:rPr lang="pt-BR" b="1" dirty="0">
                <a:solidFill>
                  <a:schemeClr val="bg1"/>
                </a:solidFill>
                <a:latin typeface="Maiandra GD (Corpo)"/>
                <a:cs typeface="Calibri" panose="020F0502020204030204" pitchFamily="34" charset="0"/>
              </a:rPr>
              <a:t>V 2.1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E55896-9AD6-F34B-86DD-2A56123A3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40954" y="6459523"/>
            <a:ext cx="2239861" cy="398477"/>
          </a:xfrm>
        </p:spPr>
        <p:txBody>
          <a:bodyPr>
            <a:normAutofit/>
          </a:bodyPr>
          <a:lstStyle/>
          <a:p>
            <a:r>
              <a:rPr lang="pt-BR" sz="1000" dirty="0">
                <a:solidFill>
                  <a:schemeClr val="bg1"/>
                </a:solidFill>
              </a:rPr>
              <a:t>ERICK CASSIMIRO PEREIRA</a:t>
            </a:r>
          </a:p>
        </p:txBody>
      </p:sp>
      <p:pic>
        <p:nvPicPr>
          <p:cNvPr id="4" name="Imagem 3" descr="Texto, Logotipo&#10;&#10;Descrição gerada automaticamente">
            <a:extLst>
              <a:ext uri="{FF2B5EF4-FFF2-40B4-BE49-F238E27FC236}">
                <a16:creationId xmlns:a16="http://schemas.microsoft.com/office/drawing/2014/main" id="{EAA07E97-B135-0FAA-0BEC-293EAB163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243" y="156872"/>
            <a:ext cx="2921513" cy="129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158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7C2654-744A-E1DA-75F2-6D258B418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defTabSz="1217052">
              <a:spcBef>
                <a:spcPct val="20000"/>
              </a:spcBef>
              <a:defRPr/>
            </a:pPr>
            <a:r>
              <a:rPr lang="en-US" altLang="zh-CN" sz="4400" spc="406" dirty="0">
                <a:cs typeface="+mn-ea"/>
                <a:sym typeface="+mn-lt"/>
              </a:rPr>
              <a:t>Lista de Ramais.csv</a:t>
            </a:r>
            <a:endParaRPr lang="en-US" sz="4400" spc="406" dirty="0">
              <a:cs typeface="+mn-ea"/>
              <a:sym typeface="+mn-lt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F83808-9D9A-09AB-1BA2-5DC2874AF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64978" cy="4351338"/>
          </a:xfrm>
        </p:spPr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Necessitamos de ter sempre 2 itens no “Publico” para a execução 100% de todo o processo de atualização diária dos contatos.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São eles: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Como adquirimos ambos</a:t>
            </a:r>
            <a:r>
              <a:rPr lang="pt-BR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Após entrar no site do 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monitcall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pt-BR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ir na aba “ramais” clicaremos em </a:t>
            </a:r>
            <a:r>
              <a:rPr lang="pt-BR" sz="18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csv</a:t>
            </a:r>
            <a:r>
              <a:rPr lang="pt-BR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 isso teremos  o arquivo: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3020839-4214-7435-9754-4F4163693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344" y="2960501"/>
            <a:ext cx="1494419" cy="36993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81C5CA0-A017-0969-2C62-5B876F392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378" y="1786810"/>
            <a:ext cx="6463174" cy="3632433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A458A4FA-C75F-C1D5-C605-037D9E61E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806" y="5419243"/>
            <a:ext cx="1438476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84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475735-1BAC-C52A-1AAC-F7AE102C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err="1"/>
              <a:t>MicroSip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A377F7-39B3-7534-CB82-2B3804027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pt-BR" dirty="0"/>
              <a:t>Para obter o Comtacts.csv e Contacts.xml iremos executar o arquivo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C9F35FE-1DD2-7E59-D6F9-18F58AE19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893" y="2418627"/>
            <a:ext cx="1524213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96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32E1D-CF8F-80B0-F87E-0D1C4227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30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ImportMicropsip.py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675742-0568-F869-C199-0329064B4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954" y="1320086"/>
            <a:ext cx="5680046" cy="529294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1800" dirty="0"/>
              <a:t>O próximo passo é colocar o 		    , na Raiz do Disco local “C”. É importante conferir se a pasta publico está com o diretório “L:\”.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A seguir iremos abrir o </a:t>
            </a:r>
            <a:r>
              <a:rPr lang="pt-BR" sz="1800" dirty="0" err="1"/>
              <a:t>agendador</a:t>
            </a:r>
            <a:r>
              <a:rPr lang="pt-BR" sz="1800" dirty="0"/>
              <a:t> de tarefas do Windows ( para usuários normais abrir no modo administrador ) e importar o		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Ao Importar irá aparecer o seguinte pop-up.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Precisamos alterar o usuário para um usuário </a:t>
            </a:r>
            <a:r>
              <a:rPr lang="pt-BR" sz="1800" b="1" dirty="0"/>
              <a:t>administrador</a:t>
            </a:r>
            <a:r>
              <a:rPr lang="pt-BR" sz="1800" dirty="0"/>
              <a:t>.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Logo após checar na guia “ações” se existe uma ação de iniciar um programa e buscando o ImportMicroSip.py que deixamos na Raiz do “c”.</a:t>
            </a:r>
            <a:br>
              <a:rPr lang="pt-BR" sz="1800" dirty="0"/>
            </a:br>
            <a:endParaRPr lang="pt-BR" sz="1800" dirty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b="1" i="1" dirty="0"/>
              <a:t>Após esses passos o programa sera executado de forma automática</a:t>
            </a:r>
            <a:r>
              <a:rPr lang="pt-BR" sz="1800" dirty="0"/>
              <a:t>.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sz="18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CD17D1A-3037-AE91-041D-E3E7BEB18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293" y="1320086"/>
            <a:ext cx="1179094" cy="23408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0B487147-7D4A-C099-7031-D12689CC3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449" y="2700262"/>
            <a:ext cx="1571844" cy="21910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34FC34C-381A-B2BB-B6EB-CA8A7FB2C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491" y="5194769"/>
            <a:ext cx="2667372" cy="59063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8D2384E-89FB-D7CA-B5FD-0C1070BC9B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320086"/>
            <a:ext cx="6025949" cy="529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9114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203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Maiandra GD (Corpo)</vt:lpstr>
      <vt:lpstr>Tema do Office</vt:lpstr>
      <vt:lpstr>Automação Contacts MicroSip V 2.1</vt:lpstr>
      <vt:lpstr>Lista de Ramais.csv</vt:lpstr>
      <vt:lpstr>MicroSip</vt:lpstr>
      <vt:lpstr>ImportMicropsip.py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Automação  Contacts MicroSip</dc:title>
  <dc:creator>PERFIL-ES | Erick Pereira</dc:creator>
  <cp:lastModifiedBy>PERFIL-ES | Erick Pereira</cp:lastModifiedBy>
  <cp:revision>2</cp:revision>
  <dcterms:created xsi:type="dcterms:W3CDTF">2023-09-20T14:25:11Z</dcterms:created>
  <dcterms:modified xsi:type="dcterms:W3CDTF">2023-10-04T13:30:55Z</dcterms:modified>
</cp:coreProperties>
</file>